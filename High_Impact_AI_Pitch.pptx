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2147"/>
                </a:solidFill>
              </a:defRPr>
            </a:pPr>
            <a:r>
              <a:t>BREAKING THE SILENCE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6B00"/>
                </a:solidFill>
              </a:defRPr>
            </a:pPr>
            <a:r>
              <a:t>Voice-First AI Onboarding for India's 63M MSMEs</a:t>
            </a:r>
          </a:p>
          <a:p>
            <a:r>
              <a:t>Empowering Bharat's Digital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2147"/>
                </a:solidFill>
              </a:defRPr>
            </a:pPr>
            <a:r>
              <a:t>THE SILENT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63 Million MSMEs are the heart of Bharat, but 90% are digitally invisible.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Complex English forms create a 'Digital Wall'.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Manual verification is the graveyard of efficiency.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The Result: Untapped potential in a $100B ONDC ecosystem.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00"/>
                </a:solidFill>
              </a:defRPr>
            </a:pPr>
            <a:r>
              <a:t>Digital exclusion isn't a choice; it's a language barrier.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2147"/>
                </a:solidFill>
              </a:defRPr>
            </a:pPr>
            <a:r>
              <a:t>THE AI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Speak Naturally: ASR handles 7+ Indian dialects instantly.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Verify Instantly: Donut OCR extracts compliance data in real-time.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Match Intelligently: Semantic AI finds the perfect fulfillment partner.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Seamless Scale: Zero-training required for new industrial sectors.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00"/>
                </a:solidFill>
              </a:defRPr>
            </a:pPr>
            <a:r>
              <a:t>Mother Tongue to Global Market in 60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2147"/>
                </a:solidFill>
              </a:defRPr>
            </a:pPr>
            <a:r>
              <a:t>PROPRIETARY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Whisper-Tiny: Multilingual ASR optimized for regional accents.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BART Zero-Shot: Instant categorization without retraining.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Lazy-Loading Architecture: 65% reduction in infrastructure costs.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Native WAV Encoding: Crystal clear audio on any device.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00"/>
                </a:solidFill>
              </a:defRPr>
            </a:pPr>
            <a:r>
              <a:t>Heavyweight Brains. Featherweight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2147"/>
                </a:solidFill>
              </a:defRPr>
            </a:pPr>
            <a:r>
              <a:t>MEASURABLE DOMINANCE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94.5% OCR Precision on identity documents.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92% Voice Recognition accuracy in regional pilots.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88% Matching Alignment with human domain experts.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2.5s Response Time for a complete AI-driven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00"/>
                </a:solidFill>
              </a:defRPr>
            </a:pPr>
            <a:r>
              <a:t>Not just AI. Accurate, Reliable, Mission-Critical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2147"/>
                </a:solidFill>
              </a:defRPr>
            </a:pPr>
            <a:r>
              <a:t>THE GROWTH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SaaS for SNPs: Tiered management and match-volume fees.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Success Fees: Commission on every AI-matched order fulfilled.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Enterprise APIs: Licensing core OCR &amp; ASR to government bodies.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Inclusive Growth: FREE registration for every MSE owner.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00"/>
                </a:solidFill>
              </a:defRPr>
            </a:pPr>
            <a:r>
              <a:t>Sustainable. Scalable. Transaction-Driven.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2147"/>
                </a:solidFill>
              </a:defRPr>
            </a:pPr>
            <a:r>
              <a:t>TRUST IS NON-NEGOTIABLE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DPDP Act 2023: Fully aligned with Indian Data Privacy laws.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AES-256 Encryption: Banking-grade security for business docs.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Tamper-Proof Logs: Every AI intent recorded for Ministry audit.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Purpose Limitation: Data is used for onboarding, nothing else.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00"/>
                </a:solidFill>
              </a:defRPr>
            </a:pPr>
            <a:r>
              <a:t>Compliance by Design. Privacy by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2147"/>
                </a:solidFill>
              </a:defRPr>
            </a:pPr>
            <a:r>
              <a:t>THE PATH TO NATIONAL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Current: Pilot success in Varanasi &amp; Tamil Nadu clusters.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Next: Fraud-detection layer &amp; 10+ Indic languages.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Goal: The primary gateway for MSME digital empowerment.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• Vision: Onboarding 1 Million MSEs into ONDC by 2027.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00"/>
                </a:solidFill>
              </a:defRPr>
            </a:pPr>
            <a:r>
              <a:t>Connecting the last mile of Indian Commerce.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