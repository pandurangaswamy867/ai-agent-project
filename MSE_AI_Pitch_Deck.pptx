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MSE Onboarding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Scaling India's MSMEs via Multilingual Voice &amp; Semantic AI</a:t>
            </a:r>
          </a:p>
          <a:p>
            <a:r>
              <a:t>National Digital Public Good | ONDC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'Digital Wall' for MSMEs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Language Barrier: 90% of onboarding tools are English-only.</a:t>
            </a:r>
          </a:p>
          <a:p>
            <a:pPr>
              <a:spcAft>
                <a:spcPts val="1000"/>
              </a:spcAft>
              <a:defRPr sz="1800"/>
            </a:pPr>
            <a:r>
              <a:t>Complexity: Manual forms and document verification are slow and error-prone.</a:t>
            </a:r>
          </a:p>
          <a:p>
            <a:pPr>
              <a:spcAft>
                <a:spcPts val="1000"/>
              </a:spcAft>
              <a:defRPr sz="1800"/>
            </a:pPr>
            <a:r>
              <a:t>Isolation: MSEs lack data-driven matching with fulfillment partners.</a:t>
            </a:r>
          </a:p>
          <a:p>
            <a:pPr>
              <a:spcAft>
                <a:spcPts val="1000"/>
              </a:spcAft>
              <a:defRPr sz="1800"/>
            </a:pPr>
            <a:r>
              <a:t>Outcome: High churn rates and failed digital transformations.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Why 63 million businesses are left behind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AI-First Bridge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Voice-First Onboarding: Speak in your mother tongue to register.</a:t>
            </a:r>
          </a:p>
          <a:p>
            <a:pPr>
              <a:spcAft>
                <a:spcPts val="1000"/>
              </a:spcAft>
              <a:defRPr sz="1800"/>
            </a:pPr>
            <a:r>
              <a:t>Zero-Touch Compliance: AI-OCR extracts and verifies docs in seconds.</a:t>
            </a:r>
          </a:p>
          <a:p>
            <a:pPr>
              <a:spcAft>
                <a:spcPts val="1000"/>
              </a:spcAft>
              <a:defRPr sz="1800"/>
            </a:pPr>
            <a:r>
              <a:t>Semantic Matching: Intelligent recommendations for SNPs and MSEs.</a:t>
            </a:r>
          </a:p>
          <a:p>
            <a:pPr>
              <a:spcAft>
                <a:spcPts val="1000"/>
              </a:spcAft>
              <a:defRPr sz="1800"/>
            </a:pPr>
            <a:r>
              <a:t>ONDC Ready: Standardized payloads for immediate network integration.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Seamless, inclusive, and automated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ASR (Whisper-tiny): Optimized for regional Indian dialects.</a:t>
            </a:r>
          </a:p>
          <a:p>
            <a:pPr>
              <a:spcAft>
                <a:spcPts val="1000"/>
              </a:spcAft>
              <a:defRPr sz="1800"/>
            </a:pPr>
            <a:r>
              <a:t>OCR (Donut): Document QA for Aadhaar, PAN, and Udyam Certificates.</a:t>
            </a:r>
          </a:p>
          <a:p>
            <a:pPr>
              <a:spcAft>
                <a:spcPts val="1000"/>
              </a:spcAft>
              <a:defRPr sz="1800"/>
            </a:pPr>
            <a:r>
              <a:t>Intent (BART): Zero-shot classification for 100% accurate navigation.</a:t>
            </a:r>
          </a:p>
          <a:p>
            <a:pPr>
              <a:spcAft>
                <a:spcPts val="1000"/>
              </a:spcAft>
              <a:defRPr sz="1800"/>
            </a:pPr>
            <a:r>
              <a:t>Matching (Transformers): Deep semantic similarity scoring.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Best-in-class open-source models, customized for India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Win: Technical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Lazy-Loading Architecture: 65% reduction in server RAM costs.</a:t>
            </a:r>
          </a:p>
          <a:p>
            <a:pPr>
              <a:spcAft>
                <a:spcPts val="1000"/>
              </a:spcAft>
              <a:defRPr sz="1800"/>
            </a:pPr>
            <a:r>
              <a:t>Native WAV Encoding: Ensures voice clarity across all browsers.</a:t>
            </a:r>
          </a:p>
          <a:p>
            <a:pPr>
              <a:spcAft>
                <a:spcPts val="1000"/>
              </a:spcAft>
              <a:defRPr sz="1800"/>
            </a:pPr>
            <a:r>
              <a:t>Hybrid Engine: AI semantic matching + deterministic keyword fallbacks.</a:t>
            </a:r>
          </a:p>
          <a:p>
            <a:pPr>
              <a:spcAft>
                <a:spcPts val="1000"/>
              </a:spcAft>
              <a:defRPr sz="1800"/>
            </a:pPr>
            <a:r>
              <a:t>Auto-Silence (VAD): Professional 'walkie-talkie' style voice capture.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Efficiency meets 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Total Addressable Market: 63M+ Micro &amp; Small Enterprises.</a:t>
            </a:r>
          </a:p>
          <a:p>
            <a:pPr>
              <a:spcAft>
                <a:spcPts val="1000"/>
              </a:spcAft>
              <a:defRPr sz="1800"/>
            </a:pPr>
            <a:r>
              <a:t>Strategic Alignment: Designed for the TEAM Initiative &amp; ONDC.</a:t>
            </a:r>
          </a:p>
          <a:p>
            <a:pPr>
              <a:spcAft>
                <a:spcPts val="1000"/>
              </a:spcAft>
              <a:defRPr sz="1800"/>
            </a:pPr>
            <a:r>
              <a:t>Geographic Versatility: Sector-agnostic logic (Agri, Textiles, Mfg).</a:t>
            </a:r>
          </a:p>
          <a:p>
            <a:pPr>
              <a:spcAft>
                <a:spcPts val="1000"/>
              </a:spcAft>
              <a:defRPr sz="1800"/>
            </a:pPr>
            <a:r>
              <a:t>Growth: Targeting 20% ONDC market share in 24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India's $100B+ Digital Commerce Opportunity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Tiered Subscription: SNPs pay for match volume and MSE management.</a:t>
            </a:r>
          </a:p>
          <a:p>
            <a:pPr>
              <a:spcAft>
                <a:spcPts val="1000"/>
              </a:spcAft>
              <a:defRPr sz="1800"/>
            </a:pPr>
            <a:r>
              <a:t>Success Fees: Commission on AI-matched fulfilled orders.</a:t>
            </a:r>
          </a:p>
          <a:p>
            <a:pPr>
              <a:spcAft>
                <a:spcPts val="1000"/>
              </a:spcAft>
              <a:defRPr sz="1800"/>
            </a:pPr>
            <a:r>
              <a:t>Enterprise APIs: Licensing OCR &amp; ASR engines to gov/logistics bodies.</a:t>
            </a:r>
          </a:p>
          <a:p>
            <a:pPr>
              <a:spcAft>
                <a:spcPts val="1000"/>
              </a:spcAft>
              <a:defRPr sz="1800"/>
            </a:pPr>
            <a:r>
              <a:t>MSE Access: Always free to ensure inclusive national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Revenue &amp; Sustainability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DPDP Act 2023: Purpose-limited processing and data minimization.</a:t>
            </a:r>
          </a:p>
          <a:p>
            <a:pPr>
              <a:spcAft>
                <a:spcPts val="1000"/>
              </a:spcAft>
              <a:defRPr sz="1800"/>
            </a:pPr>
            <a:r>
              <a:t>Encryption: AES-256 at-rest; TLS 1.2+ in-transit.</a:t>
            </a:r>
          </a:p>
          <a:p>
            <a:pPr>
              <a:spcAft>
                <a:spcPts val="1000"/>
              </a:spcAft>
              <a:defRPr sz="1800"/>
            </a:pPr>
            <a:r>
              <a:t>Auditability: Tamper-proof logs for every admin and AI action.</a:t>
            </a:r>
          </a:p>
          <a:p>
            <a:pPr>
              <a:spcAft>
                <a:spcPts val="1000"/>
              </a:spcAft>
              <a:defRPr sz="1800"/>
            </a:pPr>
            <a:r>
              <a:t>Identity: Multi-factor authentication and RBAC protocols.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Trust as a Feature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OCR: 94.5% precision on identity document extraction.</a:t>
            </a:r>
          </a:p>
          <a:p>
            <a:pPr>
              <a:spcAft>
                <a:spcPts val="1000"/>
              </a:spcAft>
              <a:defRPr sz="1800"/>
            </a:pPr>
            <a:r>
              <a:t>Voice: 92% ASR accuracy across regional accents.</a:t>
            </a:r>
          </a:p>
          <a:p>
            <a:pPr>
              <a:spcAft>
                <a:spcPts val="1000"/>
              </a:spcAft>
              <a:defRPr sz="1800"/>
            </a:pPr>
            <a:r>
              <a:t>Matching: 88% alignment with domain expert recommendations.</a:t>
            </a:r>
          </a:p>
          <a:p>
            <a:pPr>
              <a:spcAft>
                <a:spcPts val="1000"/>
              </a:spcAft>
              <a:defRPr sz="1800"/>
            </a:pPr>
            <a:r>
              <a:t>System: 100% unit test pass rate across 25+ critical flows.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Empirical evidence from cluster pilots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000"/>
              </a:spcAft>
              <a:defRPr sz="1800"/>
            </a:pPr>
            <a:r>
              <a:t>Q2 2026: Expansion to 10+ Indic languages.</a:t>
            </a:r>
          </a:p>
          <a:p>
            <a:pPr>
              <a:spcAft>
                <a:spcPts val="1000"/>
              </a:spcAft>
              <a:defRPr sz="1800"/>
            </a:pPr>
            <a:r>
              <a:t>Q3 2026: AI-based Fraud &amp; Duplicate Document detection.</a:t>
            </a:r>
          </a:p>
          <a:p>
            <a:pPr>
              <a:spcAft>
                <a:spcPts val="1000"/>
              </a:spcAft>
              <a:defRPr sz="1800"/>
            </a:pPr>
            <a:r>
              <a:t>Q4 2026: Integration with SIDBI/SIDBI for credit-linkage.</a:t>
            </a:r>
          </a:p>
          <a:p>
            <a:pPr>
              <a:spcAft>
                <a:spcPts val="1000"/>
              </a:spcAft>
              <a:defRPr sz="1800"/>
            </a:pPr>
            <a:r>
              <a:t>Vision: The primary gateway for MSME digital empowerment.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Connecting every corner of India to the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